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AegisTrust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AI 可信执行基础设施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面向高风险 AI 动作场景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让关键动作可拦截、可留证、可复验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当前版本基于本地仓库和可回放 demo 生成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从会说，到会做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愿景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让企业从“能用 AI”走到“敢让 AI 做事”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AI 正在进入运维、法务、财务和协同流程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真正的门槛不是模型效果，而是执行信任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下一层基础设施必须解决动作可信问题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信任比炫技更值钱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问题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企业怕的不是 AI 说错一句话，而是它做错一件事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幻觉、上下文缺失、策略错误会穿透到真实动作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普通日志只能留痕，不能强证明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一旦出事，企业很难拿出独立可复验的证据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核心问题是动作可信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AI 幻觉风险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不和幻觉赌输赢，而是限制幻觉造成的伤害半径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不承诺消灭幻觉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承诺把后果控制在可阻断、可发现、可追责范围内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重点不是模型说错，而是别让它做错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先控后果，再谈优化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解决方案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先拦住，再留票，最后还能查账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上线前做门禁检查，别让明显有缺口的配置进入生产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执行时要求关键动作带收据，别让高风险操作裸奔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执行后导出证据包，别让复盘只剩口头解释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可拦截 · 可留证 · 可复验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架构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当前商业化主线聚焦四层可信执行闭环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god-spear：CI governance，上线前先自动体检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safety-valve-spec：runtime safety，关键动作必须带小票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execution-integrity-core + aro-audit：过程能证明，结果能复查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四层，一条主线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执行完整性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不是只记日志，而是证明过程没被偷偷改过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hash chain：前后相扣，改一处整条会露馅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确定性导出：同一份数据，多次导出结果一致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人话就是：过程有没有被动过，一查就知道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过程可信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审计证据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交付给客户的不是截图，而是一包能核验的材料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append-only journal：旧记录不能被偷偷改掉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manifest + Merkle/checkpoint：给证据包做防篡改校验点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人话就是：交出去的不只是日志，而是一包能查账的材料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结果可信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产品形态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先用开源进入场景，再用企业版和服务放大收入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开源基础版：协议、校验器、示例、quickstart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企业部署版：策略包、模板、验证接口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实施服务版：接入、培训、认证和长期支持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软件 + 服务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市场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高风险 AI 一落地，可信执行需求就会马上出现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首批高需求场景集中在 IT、法务、财务、合规风控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这些部门最看重内控、留痕和事故可追溯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AegisTrust 面向的是高风险 AI 动作的基础设施市场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先做高责任场景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政策环境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顺应数字化转型与发展安全并重的产业趋势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AI+ 正在从工具试用走向真实业务接入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企业智能化升级需要可信部署和风险治理能力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AegisTrust 更适合被写成基础能力组件，而不是政策口号项目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顺势而为，不抢话语权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竞争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我们不是做一个点状插件，而是做整条可信执行链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日志平台：能看见，不一定说得清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提示词 guardrail：更像管模型怎么说，不够管模型怎么做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AegisTrust：从上线前到事后复查，整条链都能接上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闭环能力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进展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这不是 PPT 概念，核心链路已经能本地复跑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当前本地仓库群共扫描到 36 个仓库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最近 30 天有更新的仓库有 36 个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本地已有 18 个仓库接入 spear-check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持续迭代中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演示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现场可以证明三件事：能拦、能留证、能查出篡改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god-spear：PASS，说明门禁可跑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safety-valve-spec：PASS，说明规则和收据能对上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aro-audit：正常样本通过，篡改样本失败，说明证据链有效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关键路径可回放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路线图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下一步不是堆更多概念，而是把交付路径压短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0-3 个月：统一叙事和行业样板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3-6 个月：完成 2-3 个试点或合作意向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6-12 个月：形成企业部署和标准化验证服务能力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从技术验证到场景验证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团队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当前最强的证明，不是头衔，而是持续公开迭代的代码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创始人主导技术核心，长期做体系化研究和工程实现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当前强项：协议设计、验证流程、可信执行工具链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下一步补强：行业顾问、合规理解、ToB 交付能力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技术主导型团队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融资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资金主要用来把验证成果变成可复制交付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优先引入早期验证资金和带场景资源的合作方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重点投入产品化打磨、试点交付和客户成功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资金不是用来讲更大故事，而是先把样板做成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先做实，再放大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北京计划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北京适合成为早期验证和试点落地的重要节点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AI 企业、研究机构和产业服务资源密集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企业数字化和智能化升级需求集中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更容易联合高校、园区和平台做样板验证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资源条件匹配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总结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当 AI 从会说走向会做，市场需要一层可信执行基础设施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AegisTrust 聚焦高风险 AI 动作场景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核心价值是可拦截、可留证、可复验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当前本地仓库和 demo 已证明这条链路能跑起来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AI 可信执行基础设施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9D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41C30"/>
                </a:solidFill>
                <a:latin typeface="Arial"/>
              </a:rPr>
              <a:t>谢谢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11480"/>
            <a:ext cx="914400" cy="384048"/>
          </a:xfrm>
          <a:prstGeom prst="roundRect">
            <a:avLst/>
          </a:prstGeom>
          <a:solidFill>
            <a:srgbClr val="F4E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0D253F"/>
                </a:solidFill>
                <a:latin typeface="Arial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7498079" cy="4892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72768"/>
            <a:ext cx="6675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400" b="1">
                <a:solidFill>
                  <a:srgbClr val="141C30"/>
                </a:solidFill>
                <a:latin typeface="Arial"/>
              </a:rPr>
              <a:t>AegisTrust = AI 可信执行基础设施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68580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先聚焦可信执行闭环，再逐步向更大架构延展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欢迎围绕试点、场景和生态合作展开交流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141C30"/>
                </a:solidFill>
                <a:latin typeface="Arial"/>
              </a:rPr>
              <a:t>当前最重要的是把真实样板做出来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58200" y="1325880"/>
            <a:ext cx="3063240" cy="4892040"/>
          </a:xfrm>
          <a:prstGeom prst="roundRect">
            <a:avLst/>
          </a:prstGeom>
          <a:solidFill>
            <a:srgbClr val="0D25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1645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4E8CA"/>
                </a:solidFill>
                <a:latin typeface="Arial"/>
              </a:rPr>
              <a:t>一句话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2240280"/>
            <a:ext cx="24688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Arial"/>
              </a:rPr>
              <a:t>谢谢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4892040"/>
            <a:ext cx="2468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F4E8CA"/>
                </a:solidFill>
                <a:latin typeface="Arial"/>
              </a:rPr>
              <a:t>AI 可信执行
面向真实动作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